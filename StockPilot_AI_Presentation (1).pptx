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StockPilot AI</a:t>
            </a:r>
          </a:p>
          <a:p>
            <a:pPr>
              <a:defRPr sz="2600">
                <a:solidFill>
                  <a:srgbClr val="50BEFF"/>
                </a:solidFill>
              </a:defRPr>
            </a:pPr>
            <a:r>
              <a:t>AI-Powered Inventory &amp;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1E8F2"/>
                </a:solidFill>
              </a:defRPr>
            </a:pPr>
            <a:r>
              <a:t>Predict demand. Prevent stockouts. Reduce overstock.</a:t>
            </a:r>
          </a:p>
          <a:p>
            <a:pPr>
              <a:defRPr sz="1600">
                <a:solidFill>
                  <a:srgbClr val="AFBED2"/>
                </a:solidFill>
              </a:defRPr>
            </a:pPr>
            <a:r>
              <a:t>RICR Bhopal • HackInMotion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Retailers often make inventory decisions using guesswork.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Too little stock → stockouts, frustrated customers and lost sales.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Too much stock → money locked in inventory, storage cost and wastage.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Small and mid-sized businesses often rely on spreadsheets or intuition.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Demand changes because of trends, seasons, promotions and customer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Our Solution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StockPilot turns sales + inventory data into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Forecast future product demand using historical sales.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Identify products at risk of running out or becoming overstocked.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Recommend how much stock should be reordered.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Give business owners one actionable dashboard instead of raw spreadsheets.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How StockPilot Works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1. Add products, suppliers and current inventory.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2. Upload historical sales or start with realistic demo data.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3. Clean and aggregate sales history by product/date.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4. Forecast future demand using statistical forecasting.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5. Compare forecasted demand with current stock and generate alerts.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6. Show reorder recommendations on the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Core Features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Built around real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Secure signup/login with Supabase Auth.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Inventory and supplier management.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Historical sales data pipeline.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Data-driven demand forecasting.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Stockout and overstock alerts.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Reorder quantity recommendations.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Analytics dashboard.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Guest/Demo Mode for instant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AI / Forecasting Engine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Data-driven, not random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Historical sales are transformed into product-level time series.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Exponential Smoothing / Holt-Winters is used where sufficient data is available.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The engine captures recent trend and, where supported, seasonality.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Inventory logic combines forecasted demand, current stock and safety buffer.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Fallback handling is used when historical data is insufficient.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Smart Alerts &amp; Recommendations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From prediction to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HIGH STOCKOUT RISK → expected demand may exceed available stock.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OVERSTOCK RISK → inventory is significantly above expected demand.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REORDER RECOMMENDATION → estimate required quantity for future demand.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The dashboard prioritizes what the business owner should act on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Example Business Decision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A simple example a shop owner can understand.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Product: Wireless Mouse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Current Stock: 12 units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Expected 7-Day Demand: 25 units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Risk: HIGH STOCKOUT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Recommendation: Reorder approximately 20–30 units depending on safety stock and lead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 Architecture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Simple, scalable and hackathon-friendly.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Frontend: React + TypeScript + Vite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Backend: Python + FastAPI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Database: Supabase PostgreSQL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Authentication: Supabase Auth + JWT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Forecasting: Python + Pandas / NumPy / Statsmodels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API: REST + Axios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Security: JWT validation, CORS and Row Level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 Flow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Designed for a fast live hackathon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Continue as Guest.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Demo data is seeded automatically.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Dashboard immediately shows inventory, forecasts and alerts.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Open a product to show its demand trend.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Show a stockout alert and reorder recommendation.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Show an overstock example and explain the business action.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Key message: StockPilot predicts what happens next — and tells you what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Real-World Impact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Making inventory intelligence accessible to smaller businesses.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Reduce lost sales caused by stockouts.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Reduce capital locked in excess inventory.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Improve purchasing decisions with data instead of guesswork.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Reduce waste for slow-moving or seasonal products.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Bring affordable inventory intelligence to small and mid-sized businesses.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Future Scope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What can make StockPilot production-ready?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Seasonal and festival intelligence for Indian retail.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Multi-store and warehouse inventory.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Barcode scanning and faster stock updates.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WhatsApp alerts for urgent reorder risks.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Automatic purchase-order generation for suppliers.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Price/discount suggestions for slow-moving inventory.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What-if simulation: e.g. 20% demand increase next month.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Weather, promotion and local-demand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 StockPilot?</a:t>
            </a:r>
          </a:p>
          <a:p>
            <a:pPr>
              <a:defRPr sz="1500">
                <a:solidFill>
                  <a:srgbClr val="AFBED2"/>
                </a:solidFill>
              </a:defRPr>
            </a:pPr>
            <a:r>
              <a:t>Our differentiation is actionability.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Not just charts → recommendations.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Not just inventory → predicted future demand.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Not just AI → clear business actions.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Built for small and mid-sized businesses.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Fast onboarding with Guest/Demo Mode.</a:t>
            </a:r>
          </a:p>
          <a:p>
            <a:pPr>
              <a:spcAft>
                <a:spcPts val="1200"/>
              </a:spcAft>
              <a:defRPr sz="1900">
                <a:solidFill>
                  <a:srgbClr val="E1E8F2"/>
                </a:solidFill>
              </a:defRPr>
            </a:pPr>
            <a:r>
              <a:t>Low-cost technology stack suitable for an accessible SaaS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StockPilot AI</a:t>
            </a:r>
          </a:p>
          <a:p>
            <a:pPr algn="ctr">
              <a:defRPr sz="2600">
                <a:solidFill>
                  <a:srgbClr val="50BEFF"/>
                </a:solidFill>
              </a:defRPr>
            </a:pPr>
            <a:r>
              <a:t>“Predict what will sell. Know what to order.”</a:t>
            </a:r>
          </a:p>
          <a:p>
            <a:pPr algn="ctr">
              <a:defRPr sz="2000">
                <a:solidFill>
                  <a:srgbClr val="E1E8F2"/>
                </a:solidFill>
              </a:defRPr>
            </a:pPr>
            <a:r>
              <a:t>Thank you •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2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